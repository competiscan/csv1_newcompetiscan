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249358641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hppowerpoint_logo1.gif"/>
  <Relationship Id="rId3" Type="http://schemas.openxmlformats.org/officeDocument/2006/relationships/image" Target="../media/36c57ae306a93c5471757bc851caa8192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5250" y="95250"/>
          <a:ext cx="7334250" cy="4752975"/>
          <a:chOff x="95250" y="95250"/>
          <a:chExt cx="7334250" cy="4752975"/>
        </a:xfrm>
      </p:grpSpPr>
      <p:pic>
        <p:nvPicPr>
          <p:cNvPr id="1" name="PHPPresentation logo" descr="PHPPresentation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95250"/>
            <a:ext cx="2352675" cy="342900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  <p:sp>
        <p:nvSpPr>
          <p:cNvPr id="2" name=""/>
          <p:cNvSpPr txBox="1"/>
          <p:nvPr/>
        </p:nvSpPr>
        <p:spPr>
          <a:xfrm>
            <a:off x="1619250" y="1714500"/>
            <a:ext cx="5715000" cy="2857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000"/>
              </a:lnSpc>
            </a:pPr>
            <a:r>
              <a:rPr lang="en-US" b="1" sz="6000" spc="0" u="none">
                <a:solidFill>
                  <a:srgbClr val="E06B20">
                    <a:alpha val="100000"/>
                  </a:srgbClr>
                </a:solidFill>
                <a:latin typeface="Calibri"/>
              </a:rPr>
              <a:t><![CDATA[Thank you for using PHPPresentation!]]></a:t>
            </a:r>
          </a:p>
        </p:txBody>
      </p:sp>
      <p:pic>
        <p:nvPicPr>
          <p:cNvPr id="3" name="PHPPresentation logo" descr="PHPPresentation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1905000"/>
            <a:ext cx="3095625" cy="28479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5">
  <a:themeElements>
    <a:clrScheme name="Theme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2019-06-12T12:26:02Z</dcterms:created>
  <dcterms:modified xsi:type="dcterms:W3CDTF">2019-06-12T12:26:02Z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