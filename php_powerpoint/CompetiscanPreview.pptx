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eg"/>
</Types>
</file>

<file path=_rels/.rels><?xml version="1.0" encoding="UTF-8" standalone="yes"?>
<Relationships xmlns="http://schemas.openxmlformats.org/package/2006/relationships">
 <Relationship Id="rId3" Type="http://schemas.openxmlformats.org/officeDocument/2006/relationships/extended-properties" Target="docProps/app.xml"/>
 <Relationship Id="rId2" Type="http://schemas.openxmlformats.org/package/2006/relationships/metadata/core-properties" Target="docProps/core.xml"/>
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Master" Target="slideMasters/slideMaster1.xml"/>
 <Relationship Id="rId2" Type="http://schemas.openxmlformats.org/officeDocument/2006/relationships/theme" Target="theme/theme1.xml"/>
 <Relationship Id="rId3" Type="http://schemas.openxmlformats.org/officeDocument/2006/relationships/slide" Target="slides/slide1.xml"/>
 <Relationship Id="rId4" Type="http://schemas.openxmlformats.org/officeDocument/2006/relationships/slide" Target="slides/slide2.xml"/>
 <Relationship Id="rId5" Type="http://schemas.openxmlformats.org/officeDocument/2006/relationships/slide" Target="slides/slide3.xml"/>
 <Relationship Id="rId6" Type="http://schemas.openxmlformats.org/officeDocument/2006/relationships/slide" Target="slides/slide4.xml"/>
</Relationships>
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_rels/slideLayout1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A8BB-0D18-469F-8022-DD923457DE3A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4F97-0F13-42E5-9A1D-07478243785D}" type="slidenum">
              <a:rPr lang="nl-BE" smtClean="0"/>
              <a:t>?#?</a:t>
            </a:fld>
            <a:endParaRPr lang="nl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slideLayout" Target="../slideLayouts/slideLayout2.xml"/>
 <Relationship Id="rId3" Type="http://schemas.openxmlformats.org/officeDocument/2006/relationships/slideLayout" Target="../slideLayouts/slideLayout3.xml"/>
 <Relationship Id="rId4" Type="http://schemas.openxmlformats.org/officeDocument/2006/relationships/slideLayout" Target="../slideLayouts/slideLayout4.xml"/>
 <Relationship Id="rId5" Type="http://schemas.openxmlformats.org/officeDocument/2006/relationships/slideLayout" Target="../slideLayouts/slideLayout5.xml"/>
 <Relationship Id="rId6" Type="http://schemas.openxmlformats.org/officeDocument/2006/relationships/slideLayout" Target="../slideLayouts/slideLayout6.xml"/>
 <Relationship Id="rId7" Type="http://schemas.openxmlformats.org/officeDocument/2006/relationships/slideLayout" Target="../slideLayouts/slideLayout7.xml"/>
 <Relationship Id="rId8" Type="http://schemas.openxmlformats.org/officeDocument/2006/relationships/slideLayout" Target="../slideLayouts/slideLayout8.xml"/>
 <Relationship Id="rId9" Type="http://schemas.openxmlformats.org/officeDocument/2006/relationships/slideLayout" Target="../slideLayouts/slideLayout9.xml"/>
 <Relationship Id="rId10" Type="http://schemas.openxmlformats.org/officeDocument/2006/relationships/slideLayout" Target="../slideLayouts/slideLayout10.xml"/>
 <Relationship Id="rId11" Type="http://schemas.openxmlformats.org/officeDocument/2006/relationships/slideLayout" Target="../slideLayouts/slideLayout11.xml"/>
 <Relationship Id="rId1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30DBB-9FD5-43E7-88F1-55A569E9525E}" type="datetimeFigureOut">
              <a:rPr lang="nl-BE" smtClean="0"/>
              <a:t>16/04/2009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36665-E7E9-4861-9ADF-F11A47CBAD79}" type="slidenum">
              <a:rPr lang="nl-BE" smtClean="0"/>
              <a:t>&lt;#&gt;</a:t>
            </a:fld>
            <a:endParaRPr lang="nl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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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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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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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/>
 <Relationship Id="rId2" Type="http://schemas.openxmlformats.org/officeDocument/2006/relationships/image" Target="../media/43854301.jpg"/>
</Relationships>

</file>

<file path=ppt/slides/_rels/slide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/>
 <Relationship Id="rId2" Type="http://schemas.openxmlformats.org/officeDocument/2006/relationships/image" Target="../media/43854312.jpg"/>
</Relationships>

</file>

<file path=ppt/slides/_rels/slide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/>
 <Relationship Id="rId2" Type="http://schemas.openxmlformats.org/officeDocument/2006/relationships/image" Target="../media/43854323.jpg"/>
</Relationships>

</file>

<file path=ppt/slides/_rels/slide4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7.xml"/>
 <Relationship Id="rId2" Type="http://schemas.openxmlformats.org/officeDocument/2006/relationships/image" Target="../media/43854334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Slide Number 1" descr="Competisc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" y="95250"/>
            <a:ext cx="3810000" cy="1666875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Slide Number 2" descr="Competisc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" y="95250"/>
            <a:ext cx="3810000" cy="16764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Slide Number 3" descr="Competisc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" y="95250"/>
            <a:ext cx="2895600" cy="38100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Slide Number 4" descr="Competisc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" y="95250"/>
            <a:ext cx="2895600" cy="38100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?? ?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?? ?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Competiscan</dc:creator>
  <cp:lastModifiedBy>Competiscan</cp:lastModifiedBy>
  <dcterms:created xsi:type="dcterms:W3CDTF">2012-09-07T11:16:00-05:00</dcterms:created>
  <dcterms:modified xsi:type="dcterms:W3CDTF">2012-09-07T11:16:00-05:00</dcterms:modified>
  <dc:title>Office 2007 PPTX Document</dc:title>
  <dc:description>Competiscan Document (c) 2012</dc:description>
  <dc:subject>Competiscan Office 2007 PPTX Document</dc:subject>
  <cp:keywords>office 2007 openxml php</cp:keywords>
  <cp:category>Competiscan Document</cp:category>
</cp:coreProperties>
</file>